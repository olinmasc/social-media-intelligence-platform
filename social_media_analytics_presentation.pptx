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Social Media Analytics Dashboard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Interactive Data Analysis &amp; Machine Learning Visualization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Big Data Analytics (BDA) Mini-Project Implementation &amp; Viva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51206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Student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Student Name: [Enter Student Name]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Roll Number / PRN: [Enter Roll Number]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Class &amp; Division: Third Year CSE (AI &amp; Data Science)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Academic Year: 2024 - 2025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474720"/>
            <a:ext cx="51206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Academic Guide &amp;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Project Guide: [Prof. / Dr. Guide Name]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Department: Computer Science &amp; Engineering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Specialization: Artificial Intelligence &amp; Data Science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Institution: [Enter College / Institute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Data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Modern organizations publish content across disparate networks (X, LinkedIn, Instagram, YouTube, Facebook). Each platform provides siloed analytics with incompatible schemas, making unified cross-channel visibility difficult.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2. The 'Dirty Data' Dilemma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Real-world social exports contain missing cells, duplicate reposts, unparsed timestamp formats, and non-numeric engagement noise. Standard BI tools crash or silently miscalculate without robust automated data profiling and cleaning.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3. Lack of Actionable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Descriptive vanity metrics (total likes) fail to explain underlying behavioral drivers. Unsupervised machine learning (K-Means Clustering) is required to group content by engagement dynamics without manual labeling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Objectives &amp; Engineering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Key 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Unified Automated Ingestion: Intelligently parse arbitrary CSV exports with dynamic column synonym matching.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2. Audited Data Quality Engine: Detect missing values, duplicates, and type mismatches with explicit audit logging.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3. Statistical &amp; Engagement Analytics: Compute multi-dimensional metrics (likes, shares, comments, engagement rate).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4. Lightweight NLP Sentiment: Quantify text polarity and hashtag distributions using an offline lexicon engine.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5. Unsupervised Machine Learning: Implement K-Means clustering with PCA dimensionality reduction.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6. Enterprise-Grade Dashboard: Deploy an interactive dark-themed UI with Plotly charts and SQLite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Academic Scope &amp;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In Scope (Delivered):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Complete Python full-stack prototype running on macOS/Linux/Windows.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Persistent SQLite database storing dataset metadata and analysis runs.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Interactive Streamlit dashboard with real-time filtering &amp; data export.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 demonstration pipeline verified with 700+ post synthetic dataset.</a:t>
            </a:r>
          </a:p>
          <a:p>
            <a:pPr>
              <a:defRPr sz="1200">
                <a:solidFill>
                  <a:srgbClr val="F8FAFC"/>
                </a:solidFill>
              </a:defRPr>
            </a:pP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Academic Boundary &amp; Integrity: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Designed as a scalable Big Data Analytics prototype implementing core architectural patterns (ETL, profiling, clustering).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Does not require heavyweight distributed clusters (e.g. Spark/Hadoop) for local examination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Big Data Analytics (BDA) Alignment: The 4 V's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V: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Social media generates billions of posts daily. Our architecture demonstrates batch aggregation, vector indexing, and scalable metadata caching in SQLite.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V: 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Streaming social feeds demand low-latency aggregation. The prototype leverages in-memory NumPy/Pandas vector operations for sub-second analysis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V: Variety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Unstructured text, structured metrics (likes, shares), categorical tags, and temporal timestamps are harmonized through a dynamic schema normalizer.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V: Veracity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28600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Noise, bots, and missing metrics threaten data accuracy. Addressed via our Data Quality Profiler, audit trail logging, and sanity threshold validations.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System Architecture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Ingestion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677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Drag &amp; drop CSV upload</a:t>
            </a:r>
            <a:br/>
            <a:r>
              <a:t>• Pre-loaded sample dataset</a:t>
            </a:r>
            <a:br/>
            <a:r>
              <a:t>• File validation &amp; sizing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2. Cleaning &amp; 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2677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Flexible synonym mapping</a:t>
            </a:r>
            <a:br/>
            <a:r>
              <a:t>• Duplicate deduplication</a:t>
            </a:r>
            <a:br/>
            <a:r>
              <a:t>• Type coercion &amp; imputation</a:t>
            </a:r>
            <a:br/>
            <a:r>
              <a:t>• Health score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3. Analytics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86000"/>
            <a:ext cx="22677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Descriptive statistics</a:t>
            </a:r>
            <a:br/>
            <a:r>
              <a:t>• Engagement rates</a:t>
            </a:r>
            <a:br/>
            <a:r>
              <a:t>• Lexicon NLP sentiment</a:t>
            </a:r>
            <a:br/>
            <a:r>
              <a:t>• K-Means clustering + PCA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8288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4. Presentation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86000"/>
            <a:ext cx="22677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Streamlit responsive UI</a:t>
            </a:r>
            <a:br/>
            <a:r>
              <a:t>• Interactive Plotly charts</a:t>
            </a:r>
            <a:br/>
            <a:r>
              <a:t>• CSV &amp; JSON export</a:t>
            </a:r>
            <a:br/>
            <a:r>
              <a:t>• SQLite history 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SQLite Persistence Layer (database.py)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Decoupled Storage Design: Raw CSV datasets reside in file storage. SQLite maintains 3 relational tables (datasets, analysis_runs, analysis_results) using parameterized queries for rapid recall, historical audits, and reproducible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Technical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Role: Frontend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Enables reactive Python web UI with custom CSS dark-mode styling, dynamic state re-rendering, and seamless widget controls without JavaScript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Pandas &amp;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4028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Role: Data Processing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Industry standard vector operations for high-throughput aggregation, rolling window stats, and matrix manipulation.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Plotly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24028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Role: Interactive Visualizations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Renders hardware-accelerated, responsive charts with interactive zoom, hover tooltips, and client-side PNG/SVG export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Role: Machine Learning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Provides battle-tested unsupervised clustering (K-Means), StandardScaler feature normalization, and PCA dimensionality reduction.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02336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20624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61772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Role: Embedded Database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Lightweight, zero-configuration relational database with transactional ACID compliance and zero external service dependencies.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02336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420624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Python-PPTX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61772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Role: Automated Reporting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Programmatic generation of native PowerPoint presentation slides directly from code for automated academic dissemination.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Dataset Schema &amp; Automated Preprocessing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Synthetic Demonstration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Sample Size: 700 curated social media posts across 12 months.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Platforms: Twitter/X, Instagram, LinkedIn, YouTube, Facebook.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Target Attributes: post_id, date, platform, text, hashtags, likes, comments, shares, impressions.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Distribution Model: Log-normal distributions for realistic viral post dynamics and authentic power-law user behavior.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Reproducibility: Fixed random seed (np.random.seed(42)) ensuring deterministic, verifiable evaluation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Multi-Stage Preprocessing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1. Schema Discovery: Maps column synonym variations (e.g. 'views' -&gt; 'impressions', 'retweets' -&gt; 'shares').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2. Quality Assessment: Computes overall dataset health score based on null density and duplicate ratio.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3. Deduplication: Eliminates duplicate posts with exact record matches and updates audit trail.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4. Type Coercion: Safely parses dates (format='mixed') and coerces string numbers into numeric floats.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5. Missing Strategy: User chooses between median-imputation, dropping invalid rows, or preserving nulls.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Analytics Methodology &amp; Unsupervised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Descriptive &amp; Correlation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3182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Five-number summary: Mean, Median, Min, Max, Q25, Q75, Std.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Pearson correlation matrix: Quantifies linear associations across likes, comments, shares, and impressions.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Engagement Rate formula: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Rate (%) = ((Likes + Comments + Shares) / Impressions) *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Text Analytics &amp; 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377440"/>
            <a:ext cx="3182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Text normalization: lowercasing, punctuation removal, custom 150+ stopword filtering.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Hashtag extraction: Regex #\w+ parsing across content.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Offline Lexicon Polarity: Negation-aware keyword valence engine returning polarity in [-1.0, +1.0] and labels (Positive, Neutral, Negative).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564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K-Means Clustering &amp; PCA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377440"/>
            <a:ext cx="3182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Feature Selection: Likes, comments, shares, impressions.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Preprocessing: StandardScaler (μ=0, σ=1) eliminates scale distortion.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Clustering: K-Means (k=2 to 6, n_init=10, random_state=42).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Dimensionality Reduction: 2D Principal Component Analysis (PCA) enables intuitive spatial scatter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Dashboard Visualizations (Plotly)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Platform Engagement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Aggregates total and mean interactions per social platform. Provides immediate visual comparison of channel efficacy.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Monthly Trend &amp; Time-Series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8600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Visualizes engagement trajectory over months, days of week, and posting hours to identify peak audience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82880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Engagement Metrics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28600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Interactive heatmap displaying Pearson r coefficients between likes, shares, comments, and impressions.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Sentiment &amp; Word Clouds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Donut chart of sentiment distribution alongside high-frequency vocabulary bar charts.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02336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20624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K-Means 2D PCA Cluster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66344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Interactive 2D scatter plot projecting clustered posts onto principal component axes with custom hover metadata.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023360"/>
            <a:ext cx="3456432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420624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Top Performing Posts Leaderboard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66344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Structured tabular breakdown displaying viral content snippets, interaction counts, and platform badges.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Demonstration Results &amp; Empirical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5420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700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Total Posts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42032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737360"/>
            <a:ext cx="25420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191.5K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Total Engagement Volume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42032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1737360"/>
            <a:ext cx="25420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273.6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Mean Engagement / 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42032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6256" y="1737360"/>
            <a:ext cx="25420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3 Clusters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Unsupervised Post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728655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Automated Evidence-Based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Platform Engagement Leader: YouTube and LinkedIn yielded highest average engagement per post (~850 and ~320 interactions respectively), indicating high content stickiness.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2. Correlation Insights: Strong positive correlation observed between Likes and Shares (r = 0.88), demonstrating that high reaction velocity directly fuels viral sharing.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3. Optimal Scheduling Window: Posting patterns showed peak interaction density during mid-week (Wednesday &amp; Thursday) afternoons between 14:00 - 17:00.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4. Content Segmentation via K-Means: Cluster 0 represents viral high-reach outliers (top 5%), Cluster 1 represents standard steady updates (65%), and Cluster 2 represents high-discussion technical threads (30%).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Limitations, Future Enhancements &amp; Industry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Current Prototype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Single-Node Architecture: Local execution in Python memory; datasets exceeding RAM limits require chunking or distributed backends.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Offline Lexicon NLP: Rule-based sentiment cannot detect subtle sarcasm, domain slang, or multi-lingual posts with transformer-level accuracy.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Batch Orientation: Operates on static CSV file snapshots rather than continuous real-time social API webhooks.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Future Roadmap &amp; Industry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Distributed Processing: Scale to PySpark / Hadoop cluster for terabyte-scale log aggregation.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Real-Time Streaming: Integrate Apache Kafka and Spark Streaming to analyze live tweet/post firehoses.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Deep Learning Sentiment: Incorporate fine-tuned RoBERTa / BERT models for context-aware sentiment classification.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Direct Social APIs: Automated OAuth2 ingestion connectors for Meta Graph API, YouTube Data API, and X API v2.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BIG DATA ANALYTICS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Academic Viva Defense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Project Summary &amp;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Successfully engineered an end-to-end Big Data Analytics mini-project integrating automated data ingestion, cleaning, exploratory analysis, NLP, and machine learning.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Demonstrated resilient software engineering with flexible column mapping, audit logging, and SQLite persistence for zero-data-loss workflows.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Implemented interactive, publication-quality Plotly dashboards within Streamlit delivering actionable social media business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7649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510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Key Viva Defense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5107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B6D4"/>
                </a:solidFill>
              </a:defRPr>
            </a:pPr>
            <a:r>
              <a:t>Q1: Why use K-Means clustering here?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Ans: Content performance has no labeled ground truth. K-Means segments posts objectively by engagement magnitude.</a:t>
            </a:r>
          </a:p>
          <a:p>
            <a:pPr>
              <a:defRPr sz="1100">
                <a:solidFill>
                  <a:srgbClr val="F8FAFC"/>
                </a:solidFill>
              </a:defRPr>
            </a:pP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Q2: Why standardize features with StandardScaler?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Ans: Metrics like Impressions (thousands) would dwarf Comments (tens) without zero-mean unit-variance scaling.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Q3: How does SQLite support Big Data workflows?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Ans: Avoids database bloat by caching file pointers and summary snapshots while raw data is processed in memory via vectorized Pandas.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